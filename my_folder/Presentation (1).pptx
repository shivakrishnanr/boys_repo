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sldIdLst>
    <p:sldId id="256" r:id="rId2"/>
    <p:sldId id="257" r:id="rId3"/>
    <p:sldId id="258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B165D8-8E8C-AD7A-7276-39B926C1C429}" v="631" dt="2026-03-17T11:12:34.565"/>
    <p1510:client id="{FFCB24F0-03A5-C7D4-A8B4-7D6E3B12C928}" v="2" dt="2026-03-17T12:06:04.5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104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6302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2558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3986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534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4618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22167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695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0167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7483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2068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04485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512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17488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3800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46787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803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3/18/2026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2306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9E297-D409-8A30-DF71-0CAFEF421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Introduction to Version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26B82-86B6-CB39-F817-88B2A3233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77729"/>
            <a:ext cx="10515600" cy="23721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/>
              <a:t>Version </a:t>
            </a:r>
            <a:r>
              <a:rPr lang="en-US"/>
              <a:t>Control –Revision Control-Source Control</a:t>
            </a:r>
          </a:p>
          <a:p>
            <a:pPr algn="just"/>
            <a:r>
              <a:rPr lang="en-US" dirty="0"/>
              <a:t>A </a:t>
            </a:r>
            <a:r>
              <a:rPr lang="en-US"/>
              <a:t>software utility that tracks and manages changes to a filesystem</a:t>
            </a:r>
          </a:p>
          <a:p>
            <a:pPr algn="just"/>
            <a:r>
              <a:rPr lang="en-US" dirty="0"/>
              <a:t>Keeps track of addition, deletion and modifications.</a:t>
            </a:r>
          </a:p>
          <a:p>
            <a:pPr algn="just"/>
            <a:r>
              <a:rPr lang="en-US"/>
              <a:t>Repository-Database which stores all the changes.</a:t>
            </a:r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5283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DFAA-E99B-290F-3FFC-09E3BFA05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Types of 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14D40-17FE-90D3-FF76-7C5FE462E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Local-No remote server in this scenario</a:t>
            </a:r>
            <a:br>
              <a:rPr lang="en-US" dirty="0"/>
            </a:br>
            <a:r>
              <a:rPr lang="en-US"/>
              <a:t>            -Everything can be managed within local system</a:t>
            </a:r>
            <a:endParaRPr lang="en-US" dirty="0"/>
          </a:p>
          <a:p>
            <a:r>
              <a:rPr lang="en-US" dirty="0"/>
              <a:t>Centralized-Central repo shared with all developers.</a:t>
            </a:r>
            <a:br>
              <a:rPr lang="en-US" dirty="0"/>
            </a:br>
            <a:r>
              <a:rPr lang="en-US" dirty="0"/>
              <a:t>                        -Developers direc</a:t>
            </a:r>
            <a:r>
              <a:rPr lang="en-US"/>
              <a:t>tly commit to the repo.</a:t>
            </a:r>
            <a:endParaRPr lang="en-US" dirty="0"/>
          </a:p>
          <a:p>
            <a:r>
              <a:rPr lang="en-US" dirty="0"/>
              <a:t>Distributed-Local copy of the repo for every developer</a:t>
            </a:r>
            <a:br>
              <a:rPr lang="en-US" dirty="0"/>
            </a:br>
            <a:r>
              <a:rPr lang="en-US" dirty="0"/>
              <a:t>                        -Can make changes </a:t>
            </a:r>
            <a:r>
              <a:rPr lang="en-US"/>
              <a:t>without affecting remote repo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903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it Features - GeeksforGeeks">
            <a:extLst>
              <a:ext uri="{FF2B5EF4-FFF2-40B4-BE49-F238E27FC236}">
                <a16:creationId xmlns:a16="http://schemas.microsoft.com/office/drawing/2014/main" id="{B76F2513-7B6D-9342-0DE7-DE788D9A4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257" y="1360354"/>
            <a:ext cx="7750627" cy="51862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A4E359E-D93D-0618-4FC9-BB59A9650EB3}"/>
              </a:ext>
            </a:extLst>
          </p:cNvPr>
          <p:cNvSpPr txBox="1"/>
          <p:nvPr/>
        </p:nvSpPr>
        <p:spPr>
          <a:xfrm>
            <a:off x="1544718" y="280087"/>
            <a:ext cx="8722439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latin typeface="Aptos"/>
                <a:cs typeface="Times New Roman"/>
              </a:rPr>
              <a:t>Pictorial Representation of Distributed Version </a:t>
            </a:r>
            <a:r>
              <a:rPr lang="en-US" sz="3200" b="1">
                <a:solidFill>
                  <a:schemeClr val="accent1"/>
                </a:solidFill>
                <a:latin typeface="Aptos"/>
                <a:cs typeface="Times New Roman"/>
              </a:rPr>
              <a:t>Control System</a:t>
            </a:r>
            <a:endParaRPr lang="en-US" sz="3200" b="1" dirty="0">
              <a:solidFill>
                <a:schemeClr val="accent1"/>
              </a:solidFill>
              <a:latin typeface="Aptos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53248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3993C-ACDA-4D71-5AF2-70A2BD3B6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en-US" sz="2400" dirty="0">
              <a:latin typeface="Times New Roman"/>
              <a:cs typeface="Times New Roman"/>
            </a:endParaRPr>
          </a:p>
          <a:p>
            <a:r>
              <a:rPr lang="en-US" b="1" dirty="0">
                <a:solidFill>
                  <a:schemeClr val="bg1"/>
                </a:solidFill>
              </a:rPr>
              <a:t>Distributed </a:t>
            </a:r>
            <a:r>
              <a:rPr lang="en-US" b="1">
                <a:solidFill>
                  <a:schemeClr val="bg1"/>
                </a:solidFill>
              </a:rPr>
              <a:t>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A333B-A5D1-782A-FE99-A20A01BBD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603500"/>
            <a:ext cx="9666827" cy="385172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b="1">
                <a:ea typeface="+mn-lt"/>
                <a:cs typeface="+mn-lt"/>
              </a:rPr>
              <a:t>GitHub (Remote Repository):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ea typeface="+mn-lt"/>
                <a:cs typeface="+mn-lt"/>
              </a:rPr>
              <a:t>GitHub acts as the shared remote repository where all developers can synchronize their work</a:t>
            </a:r>
          </a:p>
          <a:p>
            <a:r>
              <a:rPr lang="en-US" b="1">
                <a:ea typeface="+mn-lt"/>
                <a:cs typeface="+mn-lt"/>
              </a:rPr>
              <a:t>Local Repositories (Git instances):</a:t>
            </a:r>
            <a:r>
              <a:rPr lang="en-US">
                <a:ea typeface="+mn-lt"/>
                <a:cs typeface="+mn-lt"/>
              </a:rPr>
              <a:t> Each developer has their own complete copy of the repository on their workstation. This includes the full history, branches, and commits.</a:t>
            </a:r>
          </a:p>
          <a:p>
            <a:pPr marL="0" indent="0">
              <a:buNone/>
            </a:pPr>
            <a:r>
              <a:rPr lang="en-US" b="1">
                <a:solidFill>
                  <a:schemeClr val="accent1"/>
                </a:solidFill>
                <a:ea typeface="+mn-lt"/>
                <a:cs typeface="+mn-lt"/>
              </a:rPr>
              <a:t>Flow of Operation:</a:t>
            </a:r>
            <a:endParaRPr lang="en-US" b="1" dirty="0">
              <a:solidFill>
                <a:schemeClr val="accent1"/>
              </a:solidFill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Commit / Update (Local):</a:t>
            </a:r>
            <a:r>
              <a:rPr lang="en-US" dirty="0">
                <a:ea typeface="+mn-lt"/>
                <a:cs typeface="+mn-lt"/>
              </a:rPr>
              <a:t> Developers make changes on their workstation </a:t>
            </a:r>
            <a:r>
              <a:rPr lang="en-US">
                <a:ea typeface="+mn-lt"/>
                <a:cs typeface="+mn-lt"/>
              </a:rPr>
              <a:t>and commit</a:t>
            </a:r>
            <a:r>
              <a:rPr lang="en-US" dirty="0">
                <a:ea typeface="+mn-lt"/>
                <a:cs typeface="+mn-lt"/>
              </a:rPr>
              <a:t> them to their local Git repository. This is all offline — no need to connect </a:t>
            </a:r>
            <a:r>
              <a:rPr lang="en-US">
                <a:ea typeface="+mn-lt"/>
                <a:cs typeface="+mn-lt"/>
              </a:rPr>
              <a:t>to GitHub</a:t>
            </a:r>
            <a:r>
              <a:rPr lang="en-US" dirty="0">
                <a:ea typeface="+mn-lt"/>
                <a:cs typeface="+mn-lt"/>
              </a:rPr>
              <a:t> yet.</a:t>
            </a:r>
          </a:p>
          <a:p>
            <a:r>
              <a:rPr lang="en-US" b="1" dirty="0">
                <a:ea typeface="+mn-lt"/>
                <a:cs typeface="+mn-lt"/>
              </a:rPr>
              <a:t>Push / Pull (Remote Sync):</a:t>
            </a:r>
            <a:r>
              <a:rPr lang="en-US" dirty="0">
                <a:ea typeface="+mn-lt"/>
                <a:cs typeface="+mn-lt"/>
              </a:rPr>
              <a:t> When ready, developers push their changes to GitHub (upload) </a:t>
            </a:r>
            <a:r>
              <a:rPr lang="en-US" dirty="0" err="1">
                <a:ea typeface="+mn-lt"/>
                <a:cs typeface="+mn-lt"/>
              </a:rPr>
              <a:t>orpull</a:t>
            </a:r>
            <a:r>
              <a:rPr lang="en-US" dirty="0">
                <a:ea typeface="+mn-lt"/>
                <a:cs typeface="+mn-lt"/>
              </a:rPr>
              <a:t> changes from GitHub (download). This keeps everyone’s repositories in sync.</a:t>
            </a: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309008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5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Ion Boardroom</vt:lpstr>
      <vt:lpstr>VERSION CONTROL</vt:lpstr>
      <vt:lpstr>Introduction to Version Control</vt:lpstr>
      <vt:lpstr>Types of Version Control system</vt:lpstr>
      <vt:lpstr>PowerPoint Presentation</vt:lpstr>
      <vt:lpstr> Distributed Version Control System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168</cp:revision>
  <dcterms:created xsi:type="dcterms:W3CDTF">2026-03-17T05:52:05Z</dcterms:created>
  <dcterms:modified xsi:type="dcterms:W3CDTF">2026-03-18T08:35:34Z</dcterms:modified>
</cp:coreProperties>
</file>