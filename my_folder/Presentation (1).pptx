
<file path=[Content_Types].xml><?xml version="1.0" encoding="utf-8"?>
<Types xmlns="http://schemas.openxmlformats.org/package/2006/content-types"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" d="2"/>
          <a:sy n="1" d="2"/>
        </p:scale>
        <p:origin x="0" y="0"/>
      </p:cViewPr>
      <p:guideLst/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viewProps" Target="viewProps.xml"/><Relationship Id="rId8" Type="http://schemas.openxmlformats.org/officeDocument/2006/relationships/presProps" Target="presProps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0" Type="http://schemas.openxmlformats.org/officeDocument/2006/relationships/tableStyles" Target="tableStyle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 showMasterSp="0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5923F103-BC34-4FE4-A40E-EDDEECFDA5D0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9C9CA7B-DFD4-44B5-8C60-D14B8CD1FB59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 showMasterSp="0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4E6425-0181-43F2-84FC-787E803FD2F8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BDB8791-F1B0-41E7-B7FD-A781E65C4266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FDD63B2-E120-4ED8-B27B-C685F510A5FE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18ACC-A947-437B-A130-35BD54FDF1E9}" type="datetimeFigureOut">
              <a:rPr lang="en-US" dirty="0"/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8D7E02-BCB8-4D50-A234-369438C08659}" type="datetimeFigureOut">
              <a:rPr lang="en-US" dirty="0"/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 showMasterSp="0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E86A4C-8E40-4F87-A4F0-01A0687C5742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 showMasterSp="0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E72C73-2D91-4E12-BA25-F0AA0C03599B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23A1CC3-2375-41D4-9E03-427CAF2A4C1A}" type="datetimeFigureOut">
              <a:rPr lang="en-US" dirty="0"/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F16868-8199-4C2C-A5B1-63AEE139F88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  <a:cs typeface="Arial" panose="020B0604020202020204"/>
              </a:rPr>
              <a:t>“</a:t>
            </a:r>
            <a:endParaRPr lang="en-US" sz="9600" b="0" i="0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 panose="020B0604020202020204"/>
                <a:cs typeface="Arial" panose="020B0604020202020204"/>
              </a:rPr>
              <a:t>”</a:t>
            </a:r>
            <a:endParaRPr lang="en-US" sz="9600" b="0" i="0" dirty="0">
              <a:solidFill>
                <a:schemeClr val="accent1">
                  <a:lumMod val="60000"/>
                  <a:lumOff val="40000"/>
                </a:schemeClr>
              </a:solidFill>
              <a:latin typeface="Arial" panose="020B0604020202020204"/>
              <a:cs typeface="Arial" panose="020B0604020202020204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D9FF7F-6988-44CC-821B-644E70CD2F73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showMasterSp="0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12C299-16B2-4475-990D-751901EACC14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E86839-B9D8-4651-8783-F325ECE74E65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  <a:endParaRPr lang="en-US" dirty="0"/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D484F64-32F6-45C5-931F-ADC1662401D0}" type="datetimeFigureOut">
              <a:rPr lang="en-US" dirty="0"/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53086D93-FCAC-47E0-A2EE-787E62CA814C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 showMasterSp="0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CDA879A6-0FD0-4734-A311-86BFCA472E6E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9" Type="http://schemas.openxmlformats.org/officeDocument/2006/relationships/theme" Target="../theme/theme1.xml"/><Relationship Id="rId18" Type="http://schemas.openxmlformats.org/officeDocument/2006/relationships/image" Target="../media/image1.jpeg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8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dirty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  <a:endParaRPr lang="en-US" dirty="0"/>
          </a:p>
          <a:p>
            <a:pPr lvl="1"/>
            <a:r>
              <a:rPr lang="en-US" dirty="0"/>
              <a:t>Second level</a:t>
            </a:r>
            <a:endParaRPr lang="en-US" dirty="0"/>
          </a:p>
          <a:p>
            <a:pPr lvl="2"/>
            <a:r>
              <a:rPr lang="en-US" dirty="0"/>
              <a:t>Third level</a:t>
            </a:r>
            <a:endParaRPr lang="en-US" dirty="0"/>
          </a:p>
          <a:p>
            <a:pPr lvl="3"/>
            <a:r>
              <a:rPr lang="en-US" dirty="0"/>
              <a:t>Fourth level</a:t>
            </a:r>
            <a:endParaRPr lang="en-US" dirty="0"/>
          </a:p>
          <a:p>
            <a:pPr lvl="4"/>
            <a:r>
              <a:rPr lang="en-US" dirty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2BE451C3-0FF4-47C4-B829-773ADF60F88C}" type="datetimeFigureOut">
              <a:rPr lang="en-US" dirty="0"/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
              </a:t>
            </a:r>
            <a:endParaRPr lang="en-US" dirty="0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D57F1E4F-1CFF-5643-939E-217C01CDF565}" type="slidenum">
              <a:rPr lang="en-US" dirty="0"/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</p:sldLayoutIdLst>
  <p:hf sldNum="0" hdr="0" ftr="0" dt="0"/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>
                <a:solidFill>
                  <a:schemeClr val="bg1"/>
                </a:solidFill>
              </a:rPr>
              <a:t>VERSION CONTROL</a:t>
            </a:r>
            <a:endParaRPr lang="en-US" b="1">
              <a:solidFill>
                <a:schemeClr val="bg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/>
              <a:t>Introduction to Version Control</a:t>
            </a:r>
            <a:endParaRPr lang="en-US" b="1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2577729"/>
            <a:ext cx="10515600" cy="2372118"/>
          </a:xfrm>
        </p:spPr>
        <p:txBody>
          <a:bodyPr vert="horz" lIns="91440" tIns="45720" rIns="91440" bIns="45720" rtlCol="0" anchor="t">
            <a:normAutofit/>
          </a:bodyPr>
          <a:lstStyle/>
          <a:p>
            <a:pPr algn="just"/>
            <a:r>
              <a:rPr lang="en-US" dirty="0"/>
              <a:t>Version </a:t>
            </a:r>
            <a:r>
              <a:rPr lang="en-US"/>
              <a:t>Control –Revision Control-Source Control</a:t>
            </a:r>
            <a:endParaRPr lang="en-US"/>
          </a:p>
          <a:p>
            <a:pPr algn="just"/>
            <a:r>
              <a:rPr lang="en-US" dirty="0"/>
              <a:t>A </a:t>
            </a:r>
            <a:r>
              <a:rPr lang="en-US"/>
              <a:t>software utility that tracks and manages changes to a filesystem</a:t>
            </a:r>
            <a:endParaRPr lang="en-US"/>
          </a:p>
          <a:p>
            <a:pPr algn="just"/>
            <a:r>
              <a:rPr lang="en-US" dirty="0"/>
              <a:t>Keeps track of addition, deletion and modifications.</a:t>
            </a:r>
            <a:endParaRPr lang="en-US" dirty="0"/>
          </a:p>
          <a:p>
            <a:pPr algn="just"/>
            <a:r>
              <a:rPr lang="en-US"/>
              <a:t>Repository-Database which stores all the changes.</a:t>
            </a:r>
            <a:endParaRPr lang="en-US"/>
          </a:p>
          <a:p>
            <a:pPr marL="0" indent="0" algn="just">
              <a:buNone/>
            </a:pPr>
            <a:endParaRPr lang="en-US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>
                <a:solidFill>
                  <a:schemeClr val="bg1"/>
                </a:solidFill>
              </a:rPr>
              <a:t>Types of Version Control system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Local-No remote server in this scenario</a:t>
            </a:r>
            <a:br>
              <a:rPr lang="en-US" dirty="0"/>
            </a:br>
            <a:r>
              <a:rPr lang="en-US"/>
              <a:t>            -Everything can be managed within local system</a:t>
            </a:r>
            <a:endParaRPr lang="en-US" dirty="0"/>
          </a:p>
          <a:p>
            <a:r>
              <a:rPr lang="en-US"/>
              <a:t>ssssss repo.hi i am shivakrishnan.edited twice</a:t>
            </a:r>
            <a:endParaRPr lang="en-US"/>
          </a:p>
          <a:p>
            <a:r>
              <a:rPr lang="en-US">
                <a:sym typeface="+mn-ea"/>
              </a:rPr>
              <a:t>ssssss repo.hi i am shivakrishnan.edited twice</a:t>
            </a:r>
            <a:endParaRPr lang="en-US" dirty="0"/>
          </a:p>
          <a:p>
            <a:r>
              <a:rPr lang="en-US" dirty="0"/>
              <a:t>Distributed-Local copy of the repo for every developer</a:t>
            </a:r>
            <a:br>
              <a:rPr lang="en-US" dirty="0"/>
            </a:br>
            <a:r>
              <a:rPr lang="en-US" dirty="0"/>
              <a:t>                        -Can make changes </a:t>
            </a:r>
            <a:r>
              <a:rPr lang="en-US"/>
              <a:t>without affecting remote repo</a:t>
            </a:r>
            <a:br>
              <a:rPr lang="en-US" dirty="0"/>
            </a:br>
            <a:endParaRPr 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Git Features - GeeksforGeek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85257" y="1360354"/>
            <a:ext cx="7750627" cy="518627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544718" y="280087"/>
            <a:ext cx="8722439" cy="1077218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spAutoFit/>
          </a:bodyPr>
          <a:lstStyle/>
          <a:p>
            <a:pPr algn="ctr"/>
            <a:r>
              <a:rPr lang="en-US" sz="3200" b="1" dirty="0">
                <a:solidFill>
                  <a:schemeClr val="accent1"/>
                </a:solidFill>
                <a:latin typeface="Aptos"/>
                <a:cs typeface="Times New Roman" panose="02020603050405020304"/>
              </a:rPr>
              <a:t>Pictorial Representation of Distributed Version </a:t>
            </a:r>
            <a:r>
              <a:rPr lang="en-US" sz="3200" b="1">
                <a:solidFill>
                  <a:schemeClr val="accent1"/>
                </a:solidFill>
                <a:latin typeface="Aptos"/>
                <a:cs typeface="Times New Roman" panose="02020603050405020304"/>
              </a:rPr>
              <a:t>Control System</a:t>
            </a:r>
            <a:endParaRPr lang="en-US" sz="3200" b="1" dirty="0">
              <a:solidFill>
                <a:schemeClr val="accent1"/>
              </a:solidFill>
              <a:latin typeface="Aptos"/>
              <a:cs typeface="Times New Roman" panose="02020603050405020304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endParaRPr lang="en-US" sz="2400" dirty="0">
              <a:latin typeface="Times New Roman" panose="02020603050405020304"/>
              <a:cs typeface="Times New Roman" panose="02020603050405020304"/>
            </a:endParaRPr>
          </a:p>
          <a:p>
            <a:r>
              <a:rPr lang="en-US" b="1" dirty="0">
                <a:solidFill>
                  <a:schemeClr val="bg1"/>
                </a:solidFill>
              </a:rPr>
              <a:t>Distributed </a:t>
            </a:r>
            <a:r>
              <a:rPr lang="en-US" b="1">
                <a:solidFill>
                  <a:schemeClr val="bg1"/>
                </a:solidFill>
              </a:rPr>
              <a:t>Version Control System</a:t>
            </a:r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9666827" cy="385172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r>
              <a:rPr lang="en-US" b="1">
                <a:ea typeface="+mn-lt"/>
                <a:cs typeface="+mn-lt"/>
              </a:rPr>
              <a:t>GitHub (Remote Repository):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>
                <a:ea typeface="+mn-lt"/>
                <a:cs typeface="+mn-lt"/>
              </a:rPr>
              <a:t>GitHub acts as the shared remote repository where all developers can synchronize their work</a:t>
            </a:r>
            <a:endParaRPr lang="en-US">
              <a:ea typeface="+mn-lt"/>
              <a:cs typeface="+mn-lt"/>
            </a:endParaRPr>
          </a:p>
          <a:p>
            <a:r>
              <a:rPr lang="en-US" b="1">
                <a:ea typeface="+mn-lt"/>
                <a:cs typeface="+mn-lt"/>
              </a:rPr>
              <a:t>Local Repositories (Git instances):</a:t>
            </a:r>
            <a:r>
              <a:rPr lang="en-US">
                <a:ea typeface="+mn-lt"/>
                <a:cs typeface="+mn-lt"/>
              </a:rPr>
              <a:t> Each developer has their own complete copy of the repository on their workstation. This includes the full history, branches, and commits.</a:t>
            </a:r>
            <a:endParaRPr lang="en-US">
              <a:ea typeface="+mn-lt"/>
              <a:cs typeface="+mn-lt"/>
            </a:endParaRPr>
          </a:p>
          <a:p>
            <a:pPr marL="0" indent="0">
              <a:buNone/>
            </a:pPr>
            <a:r>
              <a:rPr lang="en-US" b="1">
                <a:solidFill>
                  <a:schemeClr val="accent1"/>
                </a:solidFill>
                <a:ea typeface="+mn-lt"/>
                <a:cs typeface="+mn-lt"/>
              </a:rPr>
              <a:t>Flow of Operation:</a:t>
            </a:r>
            <a:endParaRPr lang="en-US" b="1" dirty="0">
              <a:solidFill>
                <a:schemeClr val="accent1"/>
              </a:solidFill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Commit / Update (Local):</a:t>
            </a:r>
            <a:r>
              <a:rPr lang="en-US" dirty="0">
                <a:ea typeface="+mn-lt"/>
                <a:cs typeface="+mn-lt"/>
              </a:rPr>
              <a:t> Developers make changes on their workstation </a:t>
            </a:r>
            <a:r>
              <a:rPr lang="en-US">
                <a:ea typeface="+mn-lt"/>
                <a:cs typeface="+mn-lt"/>
              </a:rPr>
              <a:t>and commit</a:t>
            </a:r>
            <a:r>
              <a:rPr lang="en-US" dirty="0">
                <a:ea typeface="+mn-lt"/>
                <a:cs typeface="+mn-lt"/>
              </a:rPr>
              <a:t> them to their local Git repository. This is all offline — no need to connect </a:t>
            </a:r>
            <a:r>
              <a:rPr lang="en-US">
                <a:ea typeface="+mn-lt"/>
                <a:cs typeface="+mn-lt"/>
              </a:rPr>
              <a:t>to GitHub</a:t>
            </a:r>
            <a:r>
              <a:rPr lang="en-US" dirty="0">
                <a:ea typeface="+mn-lt"/>
                <a:cs typeface="+mn-lt"/>
              </a:rPr>
              <a:t> yet.</a:t>
            </a:r>
            <a:endParaRPr lang="en-US" dirty="0">
              <a:ea typeface="+mn-lt"/>
              <a:cs typeface="+mn-lt"/>
            </a:endParaRPr>
          </a:p>
          <a:p>
            <a:r>
              <a:rPr lang="en-US" b="1" dirty="0">
                <a:ea typeface="+mn-lt"/>
                <a:cs typeface="+mn-lt"/>
              </a:rPr>
              <a:t>Push / Pull (Remote Sync):</a:t>
            </a:r>
            <a:r>
              <a:rPr lang="en-US" dirty="0">
                <a:ea typeface="+mn-lt"/>
                <a:cs typeface="+mn-lt"/>
              </a:rPr>
              <a:t> When ready, developers push their changes to GitHub (upload) </a:t>
            </a:r>
            <a:r>
              <a:rPr lang="en-US" dirty="0" err="1">
                <a:ea typeface="+mn-lt"/>
                <a:cs typeface="+mn-lt"/>
              </a:rPr>
              <a:t>orpull</a:t>
            </a:r>
            <a:r>
              <a:rPr lang="en-US" dirty="0">
                <a:ea typeface="+mn-lt"/>
                <a:cs typeface="+mn-lt"/>
              </a:rPr>
              <a:t> changes from GitHub (download). This keeps everyone’s repositories in sync.</a:t>
            </a:r>
            <a:endParaRPr lang="en-US" dirty="0">
              <a:ea typeface="+mn-lt"/>
              <a:cs typeface="+mn-lt"/>
            </a:endParaRPr>
          </a:p>
          <a:p>
            <a:pPr marL="0" indent="0">
              <a:buNone/>
            </a:pPr>
            <a:endParaRPr lang="en-US" dirty="0">
              <a:ea typeface="+mn-lt"/>
              <a:cs typeface="+mn-lt"/>
            </a:endParaRPr>
          </a:p>
        </p:txBody>
      </p:sp>
    </p:spTree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>
            <a:fillRect/>
          </a:stretch>
        </a:blip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1358</Words>
  <Application>WPS Presentation</Application>
  <PresentationFormat>Widescreen</PresentationFormat>
  <Paragraphs>28</Paragraphs>
  <Slides>5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5</vt:i4>
      </vt:variant>
    </vt:vector>
  </HeadingPairs>
  <TitlesOfParts>
    <vt:vector size="19" baseType="lpstr">
      <vt:lpstr>Arial</vt:lpstr>
      <vt:lpstr>SimSun</vt:lpstr>
      <vt:lpstr>Wingdings</vt:lpstr>
      <vt:lpstr>Wingdings 3</vt:lpstr>
      <vt:lpstr>Symbol</vt:lpstr>
      <vt:lpstr>Arial</vt:lpstr>
      <vt:lpstr>Aptos</vt:lpstr>
      <vt:lpstr>Segoe UI</vt:lpstr>
      <vt:lpstr>Times New Roman</vt:lpstr>
      <vt:lpstr>Century Gothic</vt:lpstr>
      <vt:lpstr>Microsoft YaHei</vt:lpstr>
      <vt:lpstr>Arial Unicode MS</vt:lpstr>
      <vt:lpstr>Calibri</vt:lpstr>
      <vt:lpstr>Ion Boardroom</vt:lpstr>
      <vt:lpstr>VERSION CONTROL</vt:lpstr>
      <vt:lpstr>Introduction to Version Control</vt:lpstr>
      <vt:lpstr>Types of Version Control system</vt:lpstr>
      <vt:lpstr>PowerPoint 演示文稿</vt:lpstr>
      <vt:lpstr>Distributed Version Control System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Manoj kumar</cp:lastModifiedBy>
  <cp:revision>174</cp:revision>
  <dcterms:created xsi:type="dcterms:W3CDTF">2026-03-17T05:52:00Z</dcterms:created>
  <dcterms:modified xsi:type="dcterms:W3CDTF">2026-03-23T09:01:24Z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82A952B23C274308AA09678BFD8D4A5D_12</vt:lpwstr>
  </property>
  <property fmtid="{D5CDD505-2E9C-101B-9397-08002B2CF9AE}" pid="3" name="KSOProductBuildVer">
    <vt:lpwstr>1033-12.1.0.25830</vt:lpwstr>
  </property>
</Properties>
</file>