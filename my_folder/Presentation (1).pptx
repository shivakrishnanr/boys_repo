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8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VERSION CONTROL</a:t>
            </a:r>
            <a:endParaRPr 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Introduction to Version Control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77729"/>
            <a:ext cx="10515600" cy="23721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/>
              <a:t>Version </a:t>
            </a:r>
            <a:r>
              <a:rPr lang="en-US"/>
              <a:t>Control –Revision Control-Source Control</a:t>
            </a:r>
            <a:endParaRPr lang="en-US"/>
          </a:p>
          <a:p>
            <a:pPr algn="just"/>
            <a:r>
              <a:rPr lang="en-US" dirty="0"/>
              <a:t>A </a:t>
            </a:r>
            <a:r>
              <a:rPr lang="en-US"/>
              <a:t>software utility that tracks and manages changes to a filesystem</a:t>
            </a:r>
            <a:endParaRPr lang="en-US"/>
          </a:p>
          <a:p>
            <a:pPr algn="just"/>
            <a:r>
              <a:rPr lang="en-US" dirty="0"/>
              <a:t>Keeps track of addition, deletion and modifications.</a:t>
            </a:r>
            <a:endParaRPr lang="en-US" dirty="0"/>
          </a:p>
          <a:p>
            <a:pPr algn="just"/>
            <a:r>
              <a:rPr lang="en-US"/>
              <a:t>Repository-Database which stores all the changes.</a:t>
            </a:r>
            <a:endParaRPr lang="en-US"/>
          </a:p>
          <a:p>
            <a:pPr marL="0" indent="0"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Types of Version Control system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Local-No remote server in this scenario</a:t>
            </a:r>
            <a:br>
              <a:rPr lang="en-US" dirty="0"/>
            </a:br>
            <a:r>
              <a:rPr lang="en-US"/>
              <a:t>            -Everything can be managed within local system</a:t>
            </a:r>
            <a:endParaRPr lang="en-US" dirty="0"/>
          </a:p>
          <a:p>
            <a:r>
              <a:rPr lang="en-US"/>
              <a:t>ssssss repo.hi i am shivakrishnan.edited twice</a:t>
            </a:r>
            <a:endParaRPr lang="en-US" dirty="0"/>
          </a:p>
          <a:p>
            <a:r>
              <a:rPr lang="en-US" dirty="0"/>
              <a:t>Distributed-Local copy of the repo for every developer</a:t>
            </a:r>
            <a:br>
              <a:rPr lang="en-US" dirty="0"/>
            </a:br>
            <a:r>
              <a:rPr lang="en-US" dirty="0"/>
              <a:t>                        -Can make changes </a:t>
            </a:r>
            <a:r>
              <a:rPr lang="en-US"/>
              <a:t>without affecting remote repo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it Features - GeeksforGeek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5257" y="1360354"/>
            <a:ext cx="7750627" cy="51862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718" y="280087"/>
            <a:ext cx="872243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/>
                <a:cs typeface="Times New Roman" panose="02020603050405020304"/>
              </a:rPr>
              <a:t>Pictorial Representation of Distributed Version </a:t>
            </a:r>
            <a:r>
              <a:rPr lang="en-US" sz="3200" b="1">
                <a:solidFill>
                  <a:schemeClr val="accent1"/>
                </a:solidFill>
                <a:latin typeface="Aptos"/>
                <a:cs typeface="Times New Roman" panose="02020603050405020304"/>
              </a:rPr>
              <a:t>Control System</a:t>
            </a:r>
            <a:endParaRPr lang="en-US" sz="3200" b="1" dirty="0">
              <a:solidFill>
                <a:schemeClr val="accent1"/>
              </a:solidFill>
              <a:latin typeface="Aptos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en-US" b="1" dirty="0">
                <a:solidFill>
                  <a:schemeClr val="bg1"/>
                </a:solidFill>
              </a:rPr>
              <a:t>Distributed </a:t>
            </a:r>
            <a:r>
              <a:rPr lang="en-US" b="1">
                <a:solidFill>
                  <a:schemeClr val="bg1"/>
                </a:solidFill>
              </a:rPr>
              <a:t>Version Control System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9666827" cy="385172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>
                <a:ea typeface="+mn-lt"/>
                <a:cs typeface="+mn-lt"/>
              </a:rPr>
              <a:t>GitHub (Remote Repository):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GitHub acts as the shared remote repository where all developers can synchronize their work</a:t>
            </a: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Local Repositories (Git instances):</a:t>
            </a:r>
            <a:r>
              <a:rPr lang="en-US">
                <a:ea typeface="+mn-lt"/>
                <a:cs typeface="+mn-lt"/>
              </a:rPr>
              <a:t> Each developer has their own complete copy of the repository on their workstation. This includes the full history, branches, and commits.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  <a:ea typeface="+mn-lt"/>
                <a:cs typeface="+mn-lt"/>
              </a:rPr>
              <a:t>Flow of Operation:</a:t>
            </a:r>
            <a:endParaRPr lang="en-US" b="1" dirty="0">
              <a:solidFill>
                <a:schemeClr val="accent1"/>
              </a:solidFill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Commit / Update (Local):</a:t>
            </a:r>
            <a:r>
              <a:rPr lang="en-US" dirty="0">
                <a:ea typeface="+mn-lt"/>
                <a:cs typeface="+mn-lt"/>
              </a:rPr>
              <a:t> Developers make changes on their workstation </a:t>
            </a:r>
            <a:r>
              <a:rPr lang="en-US">
                <a:ea typeface="+mn-lt"/>
                <a:cs typeface="+mn-lt"/>
              </a:rPr>
              <a:t>and commit</a:t>
            </a:r>
            <a:r>
              <a:rPr lang="en-US" dirty="0">
                <a:ea typeface="+mn-lt"/>
                <a:cs typeface="+mn-lt"/>
              </a:rPr>
              <a:t> them to their local Git repository. This is all offline — no need to connect </a:t>
            </a:r>
            <a:r>
              <a:rPr lang="en-US">
                <a:ea typeface="+mn-lt"/>
                <a:cs typeface="+mn-lt"/>
              </a:rPr>
              <a:t>to GitHub</a:t>
            </a:r>
            <a:r>
              <a:rPr lang="en-US" dirty="0">
                <a:ea typeface="+mn-lt"/>
                <a:cs typeface="+mn-lt"/>
              </a:rPr>
              <a:t> yet.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Push / Pull (Remote Sync):</a:t>
            </a:r>
            <a:r>
              <a:rPr lang="en-US" dirty="0">
                <a:ea typeface="+mn-lt"/>
                <a:cs typeface="+mn-lt"/>
              </a:rPr>
              <a:t> When ready, developers push their changes to GitHub (upload) </a:t>
            </a:r>
            <a:r>
              <a:rPr lang="en-US" dirty="0" err="1">
                <a:ea typeface="+mn-lt"/>
                <a:cs typeface="+mn-lt"/>
              </a:rPr>
              <a:t>orpull</a:t>
            </a:r>
            <a:r>
              <a:rPr lang="en-US" dirty="0">
                <a:ea typeface="+mn-lt"/>
                <a:cs typeface="+mn-lt"/>
              </a:rPr>
              <a:t> changes from GitHub (download). This keeps everyone’s repositories in sync.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1312</Words>
  <Application>WPS Presentation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SimSun</vt:lpstr>
      <vt:lpstr>Wingdings</vt:lpstr>
      <vt:lpstr>Wingdings 3</vt:lpstr>
      <vt:lpstr>Symbol</vt:lpstr>
      <vt:lpstr>Arial</vt:lpstr>
      <vt:lpstr>Aptos</vt:lpstr>
      <vt:lpstr>Segoe UI</vt:lpstr>
      <vt:lpstr>Times New Roman</vt:lpstr>
      <vt:lpstr>Century Gothic</vt:lpstr>
      <vt:lpstr>Microsoft YaHei</vt:lpstr>
      <vt:lpstr>Arial Unicode MS</vt:lpstr>
      <vt:lpstr>Calibri</vt:lpstr>
      <vt:lpstr>Ion Boardroom</vt:lpstr>
      <vt:lpstr>VERSION CONTROL</vt:lpstr>
      <vt:lpstr>Introduction to Version Control</vt:lpstr>
      <vt:lpstr>Types of Version Control system</vt:lpstr>
      <vt:lpstr>PowerPoint 演示文稿</vt:lpstr>
      <vt:lpstr>Distributed Version Control System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Shiva Krishnan</cp:lastModifiedBy>
  <cp:revision>173</cp:revision>
  <dcterms:created xsi:type="dcterms:W3CDTF">2026-03-17T05:52:00Z</dcterms:created>
  <dcterms:modified xsi:type="dcterms:W3CDTF">2026-03-23T08:40:44Z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82A952B23C274308AA09678BFD8D4A5D_12</vt:lpwstr>
  </property>
  <property fmtid="{D5CDD505-2E9C-101B-9397-08002B2CF9AE}" pid="3" name="KSOProductBuildVer">
    <vt:lpwstr>1033-12.2.0.23196</vt:lpwstr>
  </property>
</Properties>
</file>